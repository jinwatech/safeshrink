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</a:t>
            </a:r>
          </a:p>
          <a:p>
            <a:r>
              <a:t>张三的个人信息：</a:t>
            </a:r>
          </a:p>
          <a:p>
            <a:r>
              <a:t>手机：13812345678</a:t>
            </a:r>
          </a:p>
          <a:p>
            <a:r>
              <a:t>身份证：110101199001011234</a:t>
            </a:r>
          </a:p>
          <a:p>
            <a:r>
              <a:t>邮箱：zhangsan@example.com</a:t>
            </a:r>
          </a:p>
          <a:p>
            <a:r>
              <a:t>银行卡：62021234567890123</a:t>
            </a:r>
          </a:p>
          <a:p>
            <a:r>
              <a:t>IP地址：192.168.1.100</a:t>
            </a:r>
          </a:p>
          <a:p/>
          <a:p>
            <a:r>
              <a:t>公司信息：</a:t>
            </a:r>
          </a:p>
          <a:p>
            <a:r>
              <a:t>统一社会信用代码：910MA12345678</a:t>
            </a:r>
          </a:p>
          <a:p>
            <a:r>
              <a:t>营业执照号：123456789012345</a:t>
            </a:r>
          </a:p>
          <a:p>
            <a:r>
              <a:t>固定电话：021-87654321</a:t>
            </a:r>
          </a:p>
          <a:p>
            <a:r>
              <a:t>传真：Fax:010-12345678</a:t>
            </a:r>
          </a:p>
          <a:p>
            <a:r>
              <a:t>工号：工号-EMP001</a:t>
            </a:r>
          </a:p>
          <a:p>
            <a:r>
              <a:t>合同编号：HT-2026-001</a:t>
            </a:r>
          </a:p>
          <a:p>
            <a:r>
              <a:t>邮编：10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