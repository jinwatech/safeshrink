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</a:t>
            </a:r>
          </a:p>
          <a:p>
            <a:r>
              <a:t>John Doe's Personal Information:</a:t>
            </a:r>
          </a:p>
          <a:p>
            <a:r>
              <a:t>US Phone: (5) 123-4567</a:t>
            </a:r>
          </a:p>
          <a:p>
            <a:r>
              <a:t>Mobile: 5-987-6543</a:t>
            </a:r>
          </a:p>
          <a:p>
            <a:r>
              <a:t>SSN: 123-45-6789</a:t>
            </a:r>
          </a:p>
          <a:p>
            <a:r>
              <a:t>Credit Card: 41-1-1-1</a:t>
            </a:r>
          </a:p>
          <a:p>
            <a:r>
              <a:t>UK Phone: +44 20 7946 0958</a:t>
            </a:r>
          </a:p>
          <a:p>
            <a:r>
              <a:t>Email: john.doe@example.com</a:t>
            </a:r>
          </a:p>
          <a:p>
            <a:r>
              <a:t>IP Address: 10.0.0.1</a:t>
            </a:r>
          </a:p>
          <a:p/>
          <a:p>
            <a:r>
              <a:t>Company Info:</a:t>
            </a:r>
          </a:p>
          <a:p>
            <a:r>
              <a:t>Another phone: +1-800-5-0199</a:t>
            </a:r>
          </a:p>
          <a:p>
            <a:r>
              <a:t>Another card: 5500-0-0-04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