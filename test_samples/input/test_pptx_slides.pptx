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SafeShrink 测试演示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包含敏感信息的演示文稿</a:t>
            </a:r>
          </a:p>
          <a:p>
            <a:r>
              <a:t>联系人：张三 13800138000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公司介绍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公司基本信息</a:t>
            </a:r>
          </a:p>
          <a:p>
            <a:pPr lvl="1"/>
            <a:r>
              <a:t>地址：北京市朝阳区xxx街道xxx号</a:t>
            </a:r>
          </a:p>
          <a:p>
            <a:pPr lvl="1"/>
            <a:r>
              <a:t>电话：010-12345678</a:t>
            </a:r>
          </a:p>
          <a:p>
            <a:pPr lvl="1"/>
            <a:r>
              <a:t>邮箱：contact@company.com</a:t>
            </a:r>
          </a:p>
          <a:p>
            <a:pPr lvl="1"/>
            <a:r>
              <a:t>统一社会信用代码：91110105MA00123456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核心团队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管理层</a:t>
            </a:r>
          </a:p>
          <a:p>
            <a:pPr lvl="1"/>
            <a:r>
              <a:t>CEO：李四 - lisi@company.com - 13900139000</a:t>
            </a:r>
          </a:p>
          <a:p>
            <a:pPr lvl="1"/>
            <a:r>
              <a:t>CTO：王五 - wangwu@gmail.com - 13700137000</a:t>
            </a:r>
          </a:p>
          <a:p>
            <a:pPr lvl="1"/>
            <a:r>
              <a:t>CFO：赵六 - zhaoliu@qq.com - 13600136000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财务信息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银行账户信息</a:t>
            </a:r>
          </a:p>
          <a:p>
            <a:pPr lvl="1"/>
            <a:r>
              <a:t>开户行：中国工商银行北京分行</a:t>
            </a:r>
          </a:p>
          <a:p>
            <a:pPr lvl="1"/>
            <a:r>
              <a:t>账户名：某某科技有限公司</a:t>
            </a:r>
          </a:p>
          <a:p>
            <a:pPr lvl="1"/>
            <a:r>
              <a:t>账号：6222021234567890123</a:t>
            </a:r>
          </a:p>
          <a:p>
            <a:pPr lvl="1"/>
            <a:r>
              <a:t>开户行：中国建设银行北京分行</a:t>
            </a:r>
          </a:p>
          <a:p>
            <a:pPr lvl="1"/>
            <a:r>
              <a:t>账户名：某某科技有限公司</a:t>
            </a:r>
          </a:p>
          <a:p>
            <a:pPr lvl="1"/>
            <a:r>
              <a:t>账号：6217000012345678901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